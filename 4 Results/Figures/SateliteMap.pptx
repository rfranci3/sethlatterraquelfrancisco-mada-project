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0123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2412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0927" y="1122363"/>
            <a:ext cx="8510509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1546" y="3602038"/>
            <a:ext cx="75092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8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136" y="1709740"/>
            <a:ext cx="863566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36" y="4589465"/>
            <a:ext cx="863566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61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8350" y="1825625"/>
            <a:ext cx="425525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759" y="1825625"/>
            <a:ext cx="425525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57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654" y="365127"/>
            <a:ext cx="863566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655" y="1681163"/>
            <a:ext cx="423569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9655" y="2505075"/>
            <a:ext cx="423569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68760" y="1681163"/>
            <a:ext cx="425655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68760" y="2505075"/>
            <a:ext cx="425655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0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86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07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654" y="457200"/>
            <a:ext cx="322924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6558" y="987427"/>
            <a:ext cx="506875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9654" y="2057400"/>
            <a:ext cx="322924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7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654" y="457200"/>
            <a:ext cx="322924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56558" y="987427"/>
            <a:ext cx="506875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9654" y="2057400"/>
            <a:ext cx="322924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06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4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65098" y="365125"/>
            <a:ext cx="215891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350" y="365125"/>
            <a:ext cx="635159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2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350" y="365127"/>
            <a:ext cx="863566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350" y="1825625"/>
            <a:ext cx="863566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350" y="6356352"/>
            <a:ext cx="2252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DCE120-4F76-4B53-93E1-36793EAA48BF}" type="datetimeFigureOut">
              <a:rPr lang="en-US" smtClean="0"/>
              <a:t>10/31/2024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16595" y="6356352"/>
            <a:ext cx="33791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71231" y="6356352"/>
            <a:ext cx="2252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97848-0DE3-482C-B60D-21FF94EBB0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44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atellite view of a lake&#10;&#10;Description automatically generated">
            <a:extLst>
              <a:ext uri="{FF2B5EF4-FFF2-40B4-BE49-F238E27FC236}">
                <a16:creationId xmlns:a16="http://schemas.microsoft.com/office/drawing/2014/main" id="{A7AABA78-DA58-C0F2-BC6E-B32D6D3E5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" y="0"/>
            <a:ext cx="10011752" cy="6858000"/>
          </a:xfrm>
          <a:prstGeom prst="rect">
            <a:avLst/>
          </a:prstGeom>
        </p:spPr>
      </p:pic>
      <p:sp>
        <p:nvSpPr>
          <p:cNvPr id="6" name="Star: 5 Points 5">
            <a:extLst>
              <a:ext uri="{FF2B5EF4-FFF2-40B4-BE49-F238E27FC236}">
                <a16:creationId xmlns:a16="http://schemas.microsoft.com/office/drawing/2014/main" id="{8AF4F89C-F9A6-711F-010A-4EC1C02FC2D8}"/>
              </a:ext>
            </a:extLst>
          </p:cNvPr>
          <p:cNvSpPr/>
          <p:nvPr/>
        </p:nvSpPr>
        <p:spPr>
          <a:xfrm>
            <a:off x="7461688" y="5850294"/>
            <a:ext cx="139959" cy="149290"/>
          </a:xfrm>
          <a:prstGeom prst="star5">
            <a:avLst/>
          </a:prstGeom>
          <a:solidFill>
            <a:srgbClr val="FFFF00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488CE3B-4117-2C38-F4C6-584EA88E660E}"/>
              </a:ext>
            </a:extLst>
          </p:cNvPr>
          <p:cNvSpPr/>
          <p:nvPr/>
        </p:nvSpPr>
        <p:spPr>
          <a:xfrm>
            <a:off x="3507583" y="1431927"/>
            <a:ext cx="847725" cy="1222375"/>
          </a:xfrm>
          <a:custGeom>
            <a:avLst/>
            <a:gdLst>
              <a:gd name="connsiteX0" fmla="*/ 847725 w 847725"/>
              <a:gd name="connsiteY0" fmla="*/ 1050925 h 1222375"/>
              <a:gd name="connsiteX1" fmla="*/ 530225 w 847725"/>
              <a:gd name="connsiteY1" fmla="*/ 1222375 h 1222375"/>
              <a:gd name="connsiteX2" fmla="*/ 349250 w 847725"/>
              <a:gd name="connsiteY2" fmla="*/ 1219200 h 1222375"/>
              <a:gd name="connsiteX3" fmla="*/ 193675 w 847725"/>
              <a:gd name="connsiteY3" fmla="*/ 1168400 h 1222375"/>
              <a:gd name="connsiteX4" fmla="*/ 38100 w 847725"/>
              <a:gd name="connsiteY4" fmla="*/ 1003300 h 1222375"/>
              <a:gd name="connsiteX5" fmla="*/ 0 w 847725"/>
              <a:gd name="connsiteY5" fmla="*/ 638175 h 1222375"/>
              <a:gd name="connsiteX6" fmla="*/ 31750 w 847725"/>
              <a:gd name="connsiteY6" fmla="*/ 536575 h 1222375"/>
              <a:gd name="connsiteX7" fmla="*/ 161925 w 847725"/>
              <a:gd name="connsiteY7" fmla="*/ 425450 h 1222375"/>
              <a:gd name="connsiteX8" fmla="*/ 247650 w 847725"/>
              <a:gd name="connsiteY8" fmla="*/ 295275 h 1222375"/>
              <a:gd name="connsiteX9" fmla="*/ 260350 w 847725"/>
              <a:gd name="connsiteY9" fmla="*/ 180975 h 1222375"/>
              <a:gd name="connsiteX10" fmla="*/ 254000 w 847725"/>
              <a:gd name="connsiteY10" fmla="*/ 88900 h 1222375"/>
              <a:gd name="connsiteX11" fmla="*/ 212725 w 847725"/>
              <a:gd name="connsiteY11" fmla="*/ 0 h 1222375"/>
              <a:gd name="connsiteX12" fmla="*/ 336550 w 847725"/>
              <a:gd name="connsiteY12" fmla="*/ 22225 h 1222375"/>
              <a:gd name="connsiteX13" fmla="*/ 730250 w 847725"/>
              <a:gd name="connsiteY13" fmla="*/ 123825 h 1222375"/>
              <a:gd name="connsiteX14" fmla="*/ 749300 w 847725"/>
              <a:gd name="connsiteY14" fmla="*/ 539750 h 1222375"/>
              <a:gd name="connsiteX15" fmla="*/ 790575 w 847725"/>
              <a:gd name="connsiteY15" fmla="*/ 746125 h 1222375"/>
              <a:gd name="connsiteX16" fmla="*/ 847725 w 847725"/>
              <a:gd name="connsiteY16" fmla="*/ 1050925 h 122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47725" h="1222375">
                <a:moveTo>
                  <a:pt x="847725" y="1050925"/>
                </a:moveTo>
                <a:lnTo>
                  <a:pt x="530225" y="1222375"/>
                </a:lnTo>
                <a:lnTo>
                  <a:pt x="349250" y="1219200"/>
                </a:lnTo>
                <a:lnTo>
                  <a:pt x="193675" y="1168400"/>
                </a:lnTo>
                <a:lnTo>
                  <a:pt x="38100" y="1003300"/>
                </a:lnTo>
                <a:lnTo>
                  <a:pt x="0" y="638175"/>
                </a:lnTo>
                <a:lnTo>
                  <a:pt x="31750" y="536575"/>
                </a:lnTo>
                <a:lnTo>
                  <a:pt x="161925" y="425450"/>
                </a:lnTo>
                <a:lnTo>
                  <a:pt x="247650" y="295275"/>
                </a:lnTo>
                <a:lnTo>
                  <a:pt x="260350" y="180975"/>
                </a:lnTo>
                <a:lnTo>
                  <a:pt x="254000" y="88900"/>
                </a:lnTo>
                <a:lnTo>
                  <a:pt x="212725" y="0"/>
                </a:lnTo>
                <a:lnTo>
                  <a:pt x="336550" y="22225"/>
                </a:lnTo>
                <a:lnTo>
                  <a:pt x="730250" y="123825"/>
                </a:lnTo>
                <a:lnTo>
                  <a:pt x="749300" y="539750"/>
                </a:lnTo>
                <a:lnTo>
                  <a:pt x="790575" y="746125"/>
                </a:lnTo>
                <a:lnTo>
                  <a:pt x="847725" y="1050925"/>
                </a:lnTo>
                <a:close/>
              </a:path>
            </a:pathLst>
          </a:cu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139E9A7-D04B-42D8-38EE-4405A0D09814}"/>
              </a:ext>
            </a:extLst>
          </p:cNvPr>
          <p:cNvSpPr/>
          <p:nvPr/>
        </p:nvSpPr>
        <p:spPr>
          <a:xfrm>
            <a:off x="4269581" y="1568452"/>
            <a:ext cx="876300" cy="898525"/>
          </a:xfrm>
          <a:custGeom>
            <a:avLst/>
            <a:gdLst>
              <a:gd name="connsiteX0" fmla="*/ 133350 w 876300"/>
              <a:gd name="connsiteY0" fmla="*/ 898525 h 898525"/>
              <a:gd name="connsiteX1" fmla="*/ 92075 w 876300"/>
              <a:gd name="connsiteY1" fmla="*/ 704850 h 898525"/>
              <a:gd name="connsiteX2" fmla="*/ 88900 w 876300"/>
              <a:gd name="connsiteY2" fmla="*/ 666750 h 898525"/>
              <a:gd name="connsiteX3" fmla="*/ 174625 w 876300"/>
              <a:gd name="connsiteY3" fmla="*/ 644525 h 898525"/>
              <a:gd name="connsiteX4" fmla="*/ 241300 w 876300"/>
              <a:gd name="connsiteY4" fmla="*/ 644525 h 898525"/>
              <a:gd name="connsiteX5" fmla="*/ 234950 w 876300"/>
              <a:gd name="connsiteY5" fmla="*/ 546100 h 898525"/>
              <a:gd name="connsiteX6" fmla="*/ 212725 w 876300"/>
              <a:gd name="connsiteY6" fmla="*/ 495300 h 898525"/>
              <a:gd name="connsiteX7" fmla="*/ 149225 w 876300"/>
              <a:gd name="connsiteY7" fmla="*/ 479425 h 898525"/>
              <a:gd name="connsiteX8" fmla="*/ 66675 w 876300"/>
              <a:gd name="connsiteY8" fmla="*/ 492125 h 898525"/>
              <a:gd name="connsiteX9" fmla="*/ 44450 w 876300"/>
              <a:gd name="connsiteY9" fmla="*/ 479425 h 898525"/>
              <a:gd name="connsiteX10" fmla="*/ 25400 w 876300"/>
              <a:gd name="connsiteY10" fmla="*/ 317500 h 898525"/>
              <a:gd name="connsiteX11" fmla="*/ 15875 w 876300"/>
              <a:gd name="connsiteY11" fmla="*/ 196850 h 898525"/>
              <a:gd name="connsiteX12" fmla="*/ 34925 w 876300"/>
              <a:gd name="connsiteY12" fmla="*/ 120650 h 898525"/>
              <a:gd name="connsiteX13" fmla="*/ 0 w 876300"/>
              <a:gd name="connsiteY13" fmla="*/ 0 h 898525"/>
              <a:gd name="connsiteX14" fmla="*/ 539750 w 876300"/>
              <a:gd name="connsiteY14" fmla="*/ 222250 h 898525"/>
              <a:gd name="connsiteX15" fmla="*/ 774700 w 876300"/>
              <a:gd name="connsiteY15" fmla="*/ 336550 h 898525"/>
              <a:gd name="connsiteX16" fmla="*/ 876300 w 876300"/>
              <a:gd name="connsiteY16" fmla="*/ 393700 h 898525"/>
              <a:gd name="connsiteX17" fmla="*/ 828675 w 876300"/>
              <a:gd name="connsiteY17" fmla="*/ 444500 h 898525"/>
              <a:gd name="connsiteX18" fmla="*/ 574675 w 876300"/>
              <a:gd name="connsiteY18" fmla="*/ 612775 h 898525"/>
              <a:gd name="connsiteX19" fmla="*/ 285750 w 876300"/>
              <a:gd name="connsiteY19" fmla="*/ 812800 h 898525"/>
              <a:gd name="connsiteX20" fmla="*/ 133350 w 876300"/>
              <a:gd name="connsiteY20" fmla="*/ 898525 h 89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76300" h="898525">
                <a:moveTo>
                  <a:pt x="133350" y="898525"/>
                </a:moveTo>
                <a:lnTo>
                  <a:pt x="92075" y="704850"/>
                </a:lnTo>
                <a:lnTo>
                  <a:pt x="88900" y="666750"/>
                </a:lnTo>
                <a:lnTo>
                  <a:pt x="174625" y="644525"/>
                </a:lnTo>
                <a:lnTo>
                  <a:pt x="241300" y="644525"/>
                </a:lnTo>
                <a:lnTo>
                  <a:pt x="234950" y="546100"/>
                </a:lnTo>
                <a:lnTo>
                  <a:pt x="212725" y="495300"/>
                </a:lnTo>
                <a:lnTo>
                  <a:pt x="149225" y="479425"/>
                </a:lnTo>
                <a:lnTo>
                  <a:pt x="66675" y="492125"/>
                </a:lnTo>
                <a:lnTo>
                  <a:pt x="44450" y="479425"/>
                </a:lnTo>
                <a:lnTo>
                  <a:pt x="25400" y="317500"/>
                </a:lnTo>
                <a:lnTo>
                  <a:pt x="15875" y="196850"/>
                </a:lnTo>
                <a:lnTo>
                  <a:pt x="34925" y="120650"/>
                </a:lnTo>
                <a:lnTo>
                  <a:pt x="0" y="0"/>
                </a:lnTo>
                <a:lnTo>
                  <a:pt x="539750" y="222250"/>
                </a:lnTo>
                <a:lnTo>
                  <a:pt x="774700" y="336550"/>
                </a:lnTo>
                <a:lnTo>
                  <a:pt x="876300" y="393700"/>
                </a:lnTo>
                <a:lnTo>
                  <a:pt x="828675" y="444500"/>
                </a:lnTo>
                <a:lnTo>
                  <a:pt x="574675" y="612775"/>
                </a:lnTo>
                <a:lnTo>
                  <a:pt x="285750" y="812800"/>
                </a:lnTo>
                <a:lnTo>
                  <a:pt x="133350" y="898525"/>
                </a:lnTo>
                <a:close/>
              </a:path>
            </a:pathLst>
          </a:cu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10" descr="Map compass with solid fill">
            <a:extLst>
              <a:ext uri="{FF2B5EF4-FFF2-40B4-BE49-F238E27FC236}">
                <a16:creationId xmlns:a16="http://schemas.microsoft.com/office/drawing/2014/main" id="{ED5CBC04-8926-8AEA-A2EC-CCDFA1FD8E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70116" y="620712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23ECA7-E21B-B619-5F72-01016AC921F6}"/>
              </a:ext>
            </a:extLst>
          </p:cNvPr>
          <p:cNvSpPr txBox="1"/>
          <p:nvPr/>
        </p:nvSpPr>
        <p:spPr>
          <a:xfrm>
            <a:off x="8935244" y="365867"/>
            <a:ext cx="384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048153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Raquel Francisco</dc:creator>
  <cp:lastModifiedBy>Raquel Francisco</cp:lastModifiedBy>
  <cp:revision>1</cp:revision>
  <dcterms:created xsi:type="dcterms:W3CDTF">2024-10-31T15:27:27Z</dcterms:created>
  <dcterms:modified xsi:type="dcterms:W3CDTF">2024-10-31T15:36:02Z</dcterms:modified>
</cp:coreProperties>
</file>